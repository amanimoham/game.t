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1F2748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🛡️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محاربة المغريات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تعليمية تفاعلية لرفع الوعي الادخاري لدى الأطفال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الطفل يفتح مكافأته الرقمية بمحاربة المغريات وتعلّم تأجيل المكافأة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هاكاثون  •  نموذج أولي يعمل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7190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بعمر 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4871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تتشكّل العادات المالية للطفل (دراسة كامبريدج)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15968" y="155448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15968" y="17190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453128" y="24871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مفتوحة عن ادخار الأطفال الصغار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1000" y="155448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01000" y="17190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138160" y="24871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مشكلة edtech: التحفيز والاحتفاظ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881360" cy="2468880"/>
          </a:xfrm>
          <a:prstGeom prst="roundRect">
            <a:avLst>
              <a:gd name="adj" fmla="val 4444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61188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الأطفال لا يملكون أداة ممتعة تعلّمهم الادخار وتأجيل المكافأة.</a:t>
            </a:r>
            <a:endParaRPr lang="en-US" sz="160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التطبيقات التعليمية مملّة — الطفل يتركها بسرعة، والأب لا يرى أثراً.</a:t>
            </a:r>
            <a:endParaRPr lang="en-US" sz="160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توجد بيانات مفتوحة تقيس سلوك ادخار الأطفال = فجوة سوقية وفرصة أصل بيانات خاص.</a:t>
            </a:r>
            <a:endParaRPr lang="en-US" sz="160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جيل ينشأ دون مهارات مالية أساسية.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23060" y="2103120"/>
            <a:ext cx="640080" cy="640080"/>
          </a:xfrm>
          <a:prstGeom prst="ellipse">
            <a:avLst/>
          </a:prstGeom>
          <a:solidFill>
            <a:srgbClr val="FF7A3C"/>
          </a:solidFill>
          <a:ln/>
        </p:spPr>
      </p:sp>
      <p:sp>
        <p:nvSpPr>
          <p:cNvPr id="5" name="Text 3"/>
          <p:cNvSpPr/>
          <p:nvPr/>
        </p:nvSpPr>
        <p:spPr>
          <a:xfrm>
            <a:off x="16230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يطلب الطفل مكافأة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مثل 500 Robux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56432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9412" y="2103120"/>
            <a:ext cx="640080" cy="640080"/>
          </a:xfrm>
          <a:prstGeom prst="ellipse">
            <a:avLst/>
          </a:prstGeom>
          <a:solidFill>
            <a:srgbClr val="FF7A3C"/>
          </a:solidFill>
          <a:ln/>
        </p:spPr>
      </p:sp>
      <p:sp>
        <p:nvSpPr>
          <p:cNvPr id="10" name="Text 8"/>
          <p:cNvSpPr/>
          <p:nvPr/>
        </p:nvSpPr>
        <p:spPr>
          <a:xfrm>
            <a:off x="44394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93592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يشتريها الأب وتُقفل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محفوظة داخل النظام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2784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55764" y="2103120"/>
            <a:ext cx="640080" cy="640080"/>
          </a:xfrm>
          <a:prstGeom prst="ellipse">
            <a:avLst/>
          </a:prstGeom>
          <a:solidFill>
            <a:srgbClr val="FF7A3C"/>
          </a:solidFill>
          <a:ln/>
        </p:spPr>
      </p:sp>
      <p:sp>
        <p:nvSpPr>
          <p:cNvPr id="15" name="Text 13"/>
          <p:cNvSpPr/>
          <p:nvPr/>
        </p:nvSpPr>
        <p:spPr>
          <a:xfrm>
            <a:off x="725576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9944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يحارب المغريات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9944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قرارات مالية سليمة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89136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72116" y="2103120"/>
            <a:ext cx="640080" cy="640080"/>
          </a:xfrm>
          <a:prstGeom prst="ellipse">
            <a:avLst/>
          </a:prstGeom>
          <a:solidFill>
            <a:srgbClr val="FF7A3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7211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26296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المكافأة تدريجياً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26296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 بالممارسة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بالممارسة: انتظار المكافأة نفسه يصبح لعبة تُدرّب تأجيل المكافأة.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المطوّرة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52760" y="178308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5" name="Text 3"/>
          <p:cNvSpPr/>
          <p:nvPr/>
        </p:nvSpPr>
        <p:spPr>
          <a:xfrm>
            <a:off x="106527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755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خزنة الكنز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تأطير القفل كمغامرة لا كعقوبة — الطفل يحرّر كنزه من الوحوش.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52760" y="2953512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10" name="Text 8"/>
          <p:cNvSpPr/>
          <p:nvPr/>
        </p:nvSpPr>
        <p:spPr>
          <a:xfrm>
            <a:off x="1065276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متعة أولاً + فتح تدريجي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اللعبة ممتعة بذاتها، والمكافأة تُفتح على دفعات (33% → 67% → 100%).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652760" y="4123944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276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40965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تخصيص بالذكاء الاصطناعي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5537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الوحش والصعوبة والرسالة حسب مستوى كل طفل.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065776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52760" y="5294376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652760" y="5294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52669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رؤى للأب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572414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الصبر وضبط الاندفاع — القيمة التي يدفع الأب مقابلها فعلاً.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البيانات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PISA 2022 Financial Literacy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— معايرة الصعوبة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CFPB Well-Being (ضبط النفس)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26280" y="2377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حكومي — تأجيل المكافأة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783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Online Shoppers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0" y="2377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سلوك الشراء والإلحاح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 / Kirby MCQ (خصم زمني)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 الإغراء ونقطة اللامبالاة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 Wilder / Open Game Data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26280" y="3977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تيليمتري ألعاب أطفال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CFPB Building Blocks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0" y="3977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التدرّج العمري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مصدر موثّق برابط رسمي — الأولوية للبيانات المفتوحة (Kaggle, UCI, OECD, CFPB).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البيانات: الاستخدام والتنظيف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7220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5508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المستخدمة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5508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درجات الكفاءة المالية (PISA)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بنود ضبط النفس والتوجه المستقبلي (CFPB)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أنماط الشراء والإلحاح (UCI)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منحنيات الخصم الزمني (ITC/MCQ)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تيليمتري اللعبة (بياناتنا الخاصة)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التنظيف والتجهيز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 التراخيص: نشحن CC BY / Public Domain فقط، وNC للبحث.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إزالة أي بيانات تعريف (بلا PII للأطفال).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تطبيع القيم وتوحيد المقاييس (0–100).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الأنماط إلى بروفايلات افتراضية للمعايرة.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ميزات (features) متوافقة مع نموذج ML لاحقاً.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نستخدم البيانات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120640" y="182880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8013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معايرة الصعوبة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نطاقات كفاءة PISA تضبط صعوبة المراحل.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52760" y="182880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10" name="Text 8"/>
          <p:cNvSpPr/>
          <p:nvPr/>
        </p:nvSpPr>
        <p:spPr>
          <a:xfrm>
            <a:off x="106527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18013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نمذجة الإغراءات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25856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سلوك المستهلك يصمّم أنواع الوحوش وشدّتها.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374904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7216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ضبط النفس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17880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بنود CFPB تؤطّر مقاييس الصبر والاندفاع.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5204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52760" y="374904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6527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37216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أصلنا الدفاعي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417880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تيليمتري اللعبة = بيانات لا يملكها أحد لتدريب الـ AI.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المستخدمة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29000" y="16459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2.0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06840" y="16459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24231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4231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24231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Refresh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29000" y="32004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Argon2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2004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06840" y="32004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5262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معماريّة: </a:t>
            </a:r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Monolith قابل للتوسّع  •  </a:t>
            </a:r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دفتر أستاذ مالي غير قابل للتغيير (escrow)  •  </a:t>
            </a:r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تيليمتري append-only (event-sourced)  •  </a:t>
            </a:r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كاستراتيجية قابلة للحقن (rule-engine → ML)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الأولي (يعمل الآن)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دخول الأب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آمن (JWT)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19202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9312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39312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931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طفل + PIN + قفل مكافأة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2784" y="19202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55664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55664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اللعبة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5664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خزنة + وحوش + قرارات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89136" y="19202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72016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72016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2016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المهارات + توقّع AI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بدون Docker عبر Postgres مدمج + fakeredis — جاهز للعرض المباشر.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76479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5328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ناجح (يشمل e2e على Postgres حقيقي)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15968" y="16002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15968" y="176479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30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33→67→100%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453128" y="25328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الخزنة تدريجياً (تحقّق حيّ)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1000" y="16002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01000" y="176479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138160" y="25328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 جاهزة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2423160"/>
          </a:xfrm>
          <a:prstGeom prst="roundRect">
            <a:avLst>
              <a:gd name="adj" fmla="val 4528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65760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تدفّق كامل مُتحقّق: تسجيل → طفل → قفل مكافأة → لعب → فتح 500 Robux → لوحة الأب.</a:t>
            </a:r>
            <a:endParaRPr lang="en-US" sz="15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تبني في أقل من ثانيتين، وجُرّبت حيّاً في المتصفح.</a:t>
            </a:r>
            <a:endParaRPr lang="en-US" sz="15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 حقيقي اكتشفه الاختبار في المتصفح (تقدّم المكافأة) — وأُصلح وأُثبت.</a:t>
            </a:r>
            <a:endParaRPr lang="en-US" sz="15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قابل للعرض المباشر، لا مجرد شرائح.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والتحقق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7220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5508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منهجية الاختبار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5508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اختبار وحدة وتكامل آليّة.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e2e كامل على Postgres حقيقي (مدمج).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حيّة للواجهة في المتصفح خطوة بخطوة.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منطق الفتح: idempotent ولا تراجع في الرصيد.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DDL للهجرات والتحقق منه دون قاعدة.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التحقق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26/26 اختبار ناجح ✅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التدفّق الكامل يعمل: من الطلب حتى فتح 500 Robux.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 حقيقي اكتشفه المتصفح (تقدّم المكافأة) → أُصلح + اختبار يمنع تكراره.</a:t>
            </a:r>
            <a:endParaRPr lang="en-US" sz="1450" dirty="0"/>
          </a:p>
          <a:p>
            <a:pPr algn="r"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تسرّب بيانات أطفال، والمال بحساب Decimal آمن.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ليس شرائح — كل نتيجة مثبتة بتشغيل فعلي على قاعدة حقيقية وفي المتصفح.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تطبيقي مقترح (ديمو 60 ثانية)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12680" y="1755648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F7A3C"/>
          </a:solidFill>
          <a:ln/>
        </p:spPr>
      </p:sp>
      <p:sp>
        <p:nvSpPr>
          <p:cNvPr id="5" name="Text 3"/>
          <p:cNvSpPr/>
          <p:nvPr/>
        </p:nvSpPr>
        <p:spPr>
          <a:xfrm>
            <a:off x="10012680" y="17556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0:00–0:10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9006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الأب يسجّل، ينشئ ملف «سامي»، ويشتري 500 Robux → تُقفل في الخزنة 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12680" y="2651760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F7A3C"/>
          </a:solidFill>
          <a:ln/>
        </p:spPr>
      </p:sp>
      <p:sp>
        <p:nvSpPr>
          <p:cNvPr id="9" name="Text 7"/>
          <p:cNvSpPr/>
          <p:nvPr/>
        </p:nvSpPr>
        <p:spPr>
          <a:xfrm>
            <a:off x="10012680" y="26517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0:10–0:20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9006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الأب يسلّم الجهاز؛ سامي يدخل بـ PIN → خريطة فيها 3 وحوش وخزنة 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46704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12680" y="3547872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F7A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35478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0:20–0:40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438144"/>
            <a:ext cx="9006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يواجه وحش الشراء السريع → يختار «أنتظر وأفكّر» → يهزمه، الخزنة 33%، رسالة تشجيع، والـ AI يقترح الوحش التالي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42816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12680" y="4443984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F7A3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12680" y="44439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0:40–0:55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334256"/>
            <a:ext cx="9006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يهزم ضغط الأصدقاء (67%) ثم العروض الوهمية النهائي (100%) → احتفال وفتح 500 Robux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138928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12680" y="5340096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F7A3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12680" y="53400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0:55–1:00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230368"/>
            <a:ext cx="9006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الأب يفتح لوحة الرؤى: نمو الصبر وضبط الاندفاع + توقّع الإكمال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الغرض: إثبات فعالية النموذج (تعلّم + متعة + فتح تدريجي) قبل الإطلاق.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(rule-engine → ML)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120640" y="178308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755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الوحش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يستهدف أضعف مهارة لدى الطفل.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52760" y="178308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10" name="Text 8"/>
          <p:cNvSpPr/>
          <p:nvPr/>
        </p:nvSpPr>
        <p:spPr>
          <a:xfrm>
            <a:off x="106527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1755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الصعوبة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21284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يبقي النجاح في منطقة النمو (~70–80%).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333756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3101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التشجيع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376732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داعمة لا موبّخة، حسب السياق.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1089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52760" y="3337560"/>
            <a:ext cx="548640" cy="548640"/>
          </a:xfrm>
          <a:prstGeom prst="ellipse">
            <a:avLst/>
          </a:prstGeom>
          <a:solidFill>
            <a:srgbClr val="2730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65276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33101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توقّع الإكمال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376732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احتمال إكمال الرحلة يُعرض للأب.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27305A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المسار: نفس الـ features الحيّة ← dataset تدريب (CSV/JSONL مع label الإكمال) ← نموذج ML مستقبلاً بلا إعادة بناء.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المستقبل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378440" y="189280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7647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ML حقيقية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تحلّ محل قواعد الـ AI باستخدام بياناتنا المتراكمة.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378440" y="29718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03784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84378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 وتسليم حقيقي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3227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Stripe + أكواد Robux.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378440" y="405079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3784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392277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أوسع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430682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وحوش ومراحل ومسارات تعلّم أكثر.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882896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F2748"/>
          </a:solidFill>
          <a:ln w="12700">
            <a:solidFill>
              <a:srgbClr val="273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A0E2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378440" y="512978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50017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E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توسّع وإطلاق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" y="53858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A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على Render لآلاف الأطفال.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FF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محاربة المغريات — نحوّل انتظار المكافأة إلى مهارة تدوم مدى الحياة.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2026-07-17T05:43:19Z</dcterms:created>
  <dcterms:modified xsi:type="dcterms:W3CDTF">2026-07-17T05:43:19Z</dcterms:modified>
</cp:coreProperties>
</file>